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7" r:id="rId9"/>
    <p:sldId id="268" r:id="rId10"/>
  </p:sldIdLst>
  <p:sldSz cx="12192000" cy="6858000"/>
  <p:notesSz cx="6858000" cy="9144000"/>
  <p:embeddedFontLst>
    <p:embeddedFont>
      <p:font typeface="Wingdings 3" panose="05040102010807070707" pitchFamily="18" charset="2"/>
      <p:regular r:id="rId11"/>
    </p:embeddedFont>
    <p:embeddedFont>
      <p:font typeface="Trebuchet MS" panose="020B0603020202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B13E2-597F-4113-A99E-2E27B10C2BA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DF72DC-09FB-492B-91CD-25E9156E07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ASSIGNMENT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group 3 members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 PROCESSING UNIT (C.P.U)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5274"/>
            <a:ext cx="10515600" cy="4351338"/>
          </a:xfrm>
        </p:spPr>
        <p:txBody>
          <a:bodyPr/>
          <a:lstStyle/>
          <a:p>
            <a:r>
              <a:rPr lang="en-US" u="sng" dirty="0" smtClean="0"/>
              <a:t>A C.P.U </a:t>
            </a:r>
            <a:r>
              <a:rPr lang="en-US" dirty="0" smtClean="0"/>
              <a:t>is the main processing component of a computer that executes instructions, performs calculations and controls all other operations of a computer.</a:t>
            </a:r>
          </a:p>
          <a:p>
            <a:r>
              <a:rPr lang="en-US" dirty="0" smtClean="0"/>
              <a:t>In simple terms, a C.P.U is a brain of a computer.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431" y="2936073"/>
            <a:ext cx="2686639" cy="3804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SIMPLE DIAGRAM CENTRAL PROCESSING UNIT (C.P.U)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308049" y="1857080"/>
            <a:ext cx="2705493" cy="791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CENTRAL PROCESSING UNIT (C.P.U)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524865" y="2884602"/>
            <a:ext cx="2271860" cy="6127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 UNIT (C.U)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185501" y="4110087"/>
            <a:ext cx="3186260" cy="697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ARITHMETIC LOGIC UNIT (A.L.U)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779390" y="5495827"/>
            <a:ext cx="2158738" cy="6787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REGISTERS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691513" y="3421930"/>
            <a:ext cx="1517716" cy="867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517715" y="3497344"/>
            <a:ext cx="1348033" cy="707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184742" y="3497344"/>
            <a:ext cx="18854" cy="61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096000" y="3497344"/>
            <a:ext cx="0" cy="61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</p:cNvCxnSpPr>
          <p:nvPr/>
        </p:nvCxnSpPr>
        <p:spPr>
          <a:xfrm>
            <a:off x="5778631" y="4807670"/>
            <a:ext cx="0" cy="688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4" idx="3"/>
          </p:cNvCxnSpPr>
          <p:nvPr/>
        </p:nvCxnSpPr>
        <p:spPr>
          <a:xfrm>
            <a:off x="7013542" y="2253006"/>
            <a:ext cx="1159497" cy="43269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10800000" flipV="1">
            <a:off x="3563332" y="2366127"/>
            <a:ext cx="754144" cy="41855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563331" y="6579909"/>
            <a:ext cx="46097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3"/>
          </p:cNvCxnSpPr>
          <p:nvPr/>
        </p:nvCxnSpPr>
        <p:spPr>
          <a:xfrm>
            <a:off x="6796725" y="3190973"/>
            <a:ext cx="886120" cy="272906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7" idx="1"/>
          </p:cNvCxnSpPr>
          <p:nvPr/>
        </p:nvCxnSpPr>
        <p:spPr>
          <a:xfrm rot="10800000">
            <a:off x="3940404" y="3190974"/>
            <a:ext cx="838987" cy="26442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940403" y="31909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5" idx="1"/>
          </p:cNvCxnSpPr>
          <p:nvPr/>
        </p:nvCxnSpPr>
        <p:spPr>
          <a:xfrm>
            <a:off x="3940403" y="3190973"/>
            <a:ext cx="584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938128" y="5920033"/>
            <a:ext cx="7447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8" idx="2"/>
          </p:cNvCxnSpPr>
          <p:nvPr/>
        </p:nvCxnSpPr>
        <p:spPr>
          <a:xfrm>
            <a:off x="7682845" y="3827282"/>
            <a:ext cx="1008668" cy="28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</p:cNvCxnSpPr>
          <p:nvPr/>
        </p:nvCxnSpPr>
        <p:spPr>
          <a:xfrm flipV="1">
            <a:off x="2865748" y="3850849"/>
            <a:ext cx="10746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Control Unit(C.U);</a:t>
            </a:r>
            <a:r>
              <a:rPr lang="en-US" dirty="0" smtClean="0"/>
              <a:t>It controls and coordinates activities of a computer. It interprets instructions and directs other parts of the C.P.U.</a:t>
            </a:r>
          </a:p>
          <a:p>
            <a:r>
              <a:rPr lang="en-US" b="1" u="sng" dirty="0" smtClean="0"/>
              <a:t>Arithmetic Logic Unit</a:t>
            </a:r>
            <a:r>
              <a:rPr lang="en-US" dirty="0" smtClean="0"/>
              <a:t>; Performs arithmetic calculations such as addition, subtraction, multiplication and division. It also performs logical comparisons.</a:t>
            </a:r>
          </a:p>
          <a:p>
            <a:r>
              <a:rPr lang="en-US" b="1" u="sng" dirty="0" smtClean="0"/>
              <a:t>Registers;</a:t>
            </a:r>
            <a:r>
              <a:rPr lang="en-US" dirty="0" smtClean="0"/>
              <a:t> these are ultra fast temporary storage locations inside the C.P.U. they hold data currently being processed and instructions being decoded.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COMPUTING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A computer network</a:t>
            </a:r>
            <a:r>
              <a:rPr lang="en-US" dirty="0" smtClean="0"/>
              <a:t>; Is a collection of interconnected computers and devices which share information and other resources. Such devices include printers and servers using wireless connections such as Wi-Fi, LAN,etc</a:t>
            </a:r>
          </a:p>
          <a:p>
            <a:r>
              <a:rPr lang="en-US" b="1" u="sng" dirty="0" smtClean="0"/>
              <a:t>Internet</a:t>
            </a:r>
            <a:r>
              <a:rPr lang="en-US" dirty="0" smtClean="0"/>
              <a:t> is a global system of interconnected networks. Examples of networks include ; browsing websites like google, etc.</a:t>
            </a:r>
          </a:p>
          <a:p>
            <a:r>
              <a:rPr lang="en-US" b="1" u="sng" dirty="0" smtClean="0"/>
              <a:t>Network topologies</a:t>
            </a:r>
            <a:r>
              <a:rPr lang="en-US" dirty="0" smtClean="0"/>
              <a:t>; is a structural arrangement of computers in a network.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TYPES OF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Bus topology</a:t>
            </a:r>
          </a:p>
          <a:p>
            <a:r>
              <a:rPr lang="en-US" dirty="0" smtClean="0"/>
              <a:t>Star topology</a:t>
            </a:r>
          </a:p>
          <a:p>
            <a:r>
              <a:rPr lang="en-US" dirty="0" smtClean="0"/>
              <a:t>Tree topology</a:t>
            </a:r>
          </a:p>
          <a:p>
            <a:r>
              <a:rPr lang="en-US" dirty="0" smtClean="0"/>
              <a:t>Mesh topology</a:t>
            </a:r>
          </a:p>
          <a:p>
            <a:r>
              <a:rPr lang="en-US" dirty="0" smtClean="0"/>
              <a:t>Ring topology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NETWORK TOPOLOGIES</a:t>
            </a:r>
          </a:p>
        </p:txBody>
      </p:sp>
      <p:pic>
        <p:nvPicPr>
          <p:cNvPr id="6" name="Picture 5" descr="WhatsApp Image 2026-08-25 at 5.58.24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0" y="1736725"/>
            <a:ext cx="7636510" cy="462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OWNS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It’s a massive decentralized collection of independently owned networks that choose to connect and speak to each other.</a:t>
            </a:r>
          </a:p>
          <a:p>
            <a:r>
              <a:rPr lang="en-US" dirty="0" smtClean="0"/>
              <a:t>Infrastructure owners of the internet include;</a:t>
            </a:r>
          </a:p>
          <a:p>
            <a:r>
              <a:rPr lang="en-US" dirty="0" smtClean="0"/>
              <a:t>Telecom companies like MTN, etc.</a:t>
            </a:r>
          </a:p>
          <a:p>
            <a:r>
              <a:rPr lang="en-US" dirty="0" smtClean="0"/>
              <a:t>Tech giants</a:t>
            </a:r>
          </a:p>
          <a:p>
            <a:r>
              <a:rPr lang="en-US" dirty="0" smtClean="0"/>
              <a:t>Microsoft</a:t>
            </a:r>
          </a:p>
          <a:p>
            <a:r>
              <a:rPr lang="en-US" dirty="0" smtClean="0"/>
              <a:t>Google,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COMPONENTS OF INTERNET                          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Routers</a:t>
            </a:r>
            <a:r>
              <a:rPr lang="en-US" dirty="0" smtClean="0"/>
              <a:t>; these are traffic guides that read packets and pick the fastest path between different networks.</a:t>
            </a:r>
          </a:p>
          <a:p>
            <a:r>
              <a:rPr lang="en-US" b="1" u="sng" dirty="0" smtClean="0"/>
              <a:t>Transmission media</a:t>
            </a:r>
            <a:r>
              <a:rPr lang="en-US" dirty="0" smtClean="0"/>
              <a:t>; these include optical fibers and undersea cables which high capacity glass threads that move data using light across countries and oceans at extreme speeds</a:t>
            </a:r>
          </a:p>
          <a:p>
            <a:r>
              <a:rPr lang="en-US" b="1" u="sng" dirty="0" smtClean="0"/>
              <a:t>Servers</a:t>
            </a:r>
            <a:r>
              <a:rPr lang="en-US" dirty="0" smtClean="0"/>
              <a:t>; powerful computers housed inside data centers that store websites, run cloud apps, and deliver content to users.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357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Wingdings 3</vt:lpstr>
      <vt:lpstr>Arial</vt:lpstr>
      <vt:lpstr>Trebuchet MS</vt:lpstr>
      <vt:lpstr>Facet</vt:lpstr>
      <vt:lpstr>ASSIGNMENT 2</vt:lpstr>
      <vt:lpstr>CENTRAL PROCESSING UNIT (C.P.U)</vt:lpstr>
      <vt:lpstr> SIMPLE DIAGRAM CENTRAL PROCESSING UNIT (C.P.U)</vt:lpstr>
      <vt:lpstr>            EXPLANATION</vt:lpstr>
      <vt:lpstr>             COMPUTING TERMS</vt:lpstr>
      <vt:lpstr>           TYPES OF TOPOLOGIES</vt:lpstr>
      <vt:lpstr>TYPES OF NETWORK TOPOLOGIES</vt:lpstr>
      <vt:lpstr>WHO OWNS THE INTERNET</vt:lpstr>
      <vt:lpstr>         COMPONENTS OF INTERNET                           INFRASTRUCTURE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</dc:title>
  <dc:creator>TREVOR</dc:creator>
  <cp:lastModifiedBy>TREVOR</cp:lastModifiedBy>
  <cp:revision>28</cp:revision>
  <dcterms:created xsi:type="dcterms:W3CDTF">2026-08-19T11:56:00Z</dcterms:created>
  <dcterms:modified xsi:type="dcterms:W3CDTF">2026-08-25T17:11:17Z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DB0A6A8D2FB3451BB17DF81DA01162D4_12</vt:lpwstr>
  </property>
</Properties>
</file>