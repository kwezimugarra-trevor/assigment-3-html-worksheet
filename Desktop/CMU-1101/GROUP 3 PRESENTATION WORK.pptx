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89" autoAdjust="0"/>
    <p:restoredTop sz="94660"/>
  </p:normalViewPr>
  <p:slideViewPr>
    <p:cSldViewPr snapToGrid="0">
      <p:cViewPr varScale="1">
        <p:scale>
          <a:sx n="68" d="100"/>
          <a:sy n="68" d="100"/>
        </p:scale>
        <p:origin x="6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A2966-5868-4AF2-8FBC-F3294FC9386B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2BB089-16F4-4B3D-9A0C-ECC4EE1CD6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16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E6747-BEE4-4290-837D-514E5169D466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BF3C-86FC-4E95-92D9-4F1BCB1AB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85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2AC06-BE40-4D7E-8FF7-6D77B3B85B75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BF3C-86FC-4E95-92D9-4F1BCB1AB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242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E6CB0-AF75-4871-94C7-A1FF5297F551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BF3C-86FC-4E95-92D9-4F1BCB1AB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36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23DC2-7ACA-47DF-BDC9-EAF11360C0BC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BF3C-86FC-4E95-92D9-4F1BCB1AB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273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C154E-06FC-4BAF-8ADF-78F870C247F8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BF3C-86FC-4E95-92D9-4F1BCB1AB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508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F2DCF-F822-4AA8-BF1F-5539463D36D3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BF3C-86FC-4E95-92D9-4F1BCB1AB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49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C708B-BB84-4F81-9C4A-0EC9455297A2}" type="datetime1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BF3C-86FC-4E95-92D9-4F1BCB1AB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707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2FD0C-9FB5-492B-A788-52F8C758724B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BF3C-86FC-4E95-92D9-4F1BCB1AB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591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D6AB6-65CC-40C0-9C1B-183C7A0A211E}" type="datetime1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BF3C-86FC-4E95-92D9-4F1BCB1AB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48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0D3A0-FC57-4EC2-A06E-9AE267DF7073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BF3C-86FC-4E95-92D9-4F1BCB1AB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01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4D983-E9E0-457C-B944-B85A645E5FF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3BF3C-86FC-4E95-92D9-4F1BCB1AB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028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9161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27328A-6F32-4EC0-908D-D325E7AF39B1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COMPETENCY BASED LEARNING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3BF3C-86FC-4E95-92D9-4F1BCB1ABD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953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CLOUD COMPUTING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Presented by group 3 members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DBD0-FC93-485E-9973-946420CB9CF0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3509963"/>
            <a:ext cx="4038600" cy="334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397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1004" y="1948173"/>
            <a:ext cx="10515600" cy="4351338"/>
          </a:xfrm>
        </p:spPr>
        <p:txBody>
          <a:bodyPr/>
          <a:lstStyle/>
          <a:p>
            <a:r>
              <a:rPr lang="en-US" dirty="0" smtClean="0"/>
              <a:t>Cloud computing is the use of computing services such as storage, software, and processing power over the internet.</a:t>
            </a:r>
          </a:p>
          <a:p>
            <a:r>
              <a:rPr lang="en-US" dirty="0" smtClean="0"/>
              <a:t>For example when I save a file in google drive, the same file is stored in google servers and I can access it via internet using different devices such as;</a:t>
            </a:r>
          </a:p>
          <a:p>
            <a:r>
              <a:rPr lang="en-US" dirty="0" smtClean="0"/>
              <a:t>Google drive</a:t>
            </a:r>
          </a:p>
          <a:p>
            <a:r>
              <a:rPr lang="en-US" dirty="0" smtClean="0"/>
              <a:t>ICloud</a:t>
            </a:r>
          </a:p>
          <a:p>
            <a:r>
              <a:rPr lang="en-US" dirty="0" smtClean="0"/>
              <a:t>Dropbox</a:t>
            </a:r>
          </a:p>
          <a:p>
            <a:r>
              <a:rPr lang="en-US" dirty="0" smtClean="0"/>
              <a:t>Microsoft one drive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E9743-A301-4ACB-AB95-DB2FDCB3D732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165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KNOWLEDGE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Meaning of cloud computing.</a:t>
            </a:r>
          </a:p>
          <a:p>
            <a:r>
              <a:rPr lang="en-US" dirty="0" smtClean="0"/>
              <a:t>What cloud storage means.</a:t>
            </a:r>
          </a:p>
          <a:p>
            <a:r>
              <a:rPr lang="en-US" dirty="0" smtClean="0"/>
              <a:t>Examples of cloud computing services.</a:t>
            </a:r>
          </a:p>
          <a:p>
            <a:r>
              <a:rPr lang="en-US" dirty="0" smtClean="0"/>
              <a:t>Role of internet in accessing cloud services.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AFC2E-2546-49DC-A388-4DF1F145B146}" type="datetime1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9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                UNDERSTANDING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53905"/>
            <a:ext cx="10515600" cy="4351338"/>
          </a:xfrm>
        </p:spPr>
        <p:txBody>
          <a:bodyPr/>
          <a:lstStyle/>
          <a:p>
            <a:r>
              <a:rPr lang="en-US" dirty="0" smtClean="0"/>
              <a:t>How users access cloud servers via the internet.</a:t>
            </a:r>
          </a:p>
          <a:p>
            <a:r>
              <a:rPr lang="en-US" dirty="0"/>
              <a:t>B</a:t>
            </a:r>
            <a:r>
              <a:rPr lang="en-US" dirty="0" smtClean="0"/>
              <a:t>enefits of cloud computing</a:t>
            </a:r>
          </a:p>
          <a:p>
            <a:r>
              <a:rPr lang="en-US" dirty="0" smtClean="0"/>
              <a:t>Basic limitations such as needing internet connection.</a:t>
            </a:r>
          </a:p>
          <a:p>
            <a:r>
              <a:rPr lang="en-US" dirty="0" smtClean="0"/>
              <a:t>N:B; Understanding goes beyond knowing the, definition, the learner should know how cloud computing works, etc.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26FB4-C09D-4B14-A21B-F30A269FB41C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7617" y="4374036"/>
            <a:ext cx="5574384" cy="248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601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PRACTICAL SKILLS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 cloud storage account</a:t>
            </a:r>
          </a:p>
          <a:p>
            <a:r>
              <a:rPr lang="en-US" dirty="0" smtClean="0"/>
              <a:t>Create folders</a:t>
            </a:r>
          </a:p>
          <a:p>
            <a:r>
              <a:rPr lang="en-US" dirty="0" smtClean="0"/>
              <a:t>Uploading and downloading files.</a:t>
            </a:r>
          </a:p>
          <a:p>
            <a:r>
              <a:rPr lang="en-US" dirty="0" smtClean="0"/>
              <a:t>Sharing and being able to access files from other devices.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4B5E-5E2D-4C55-A6AF-585637614EA6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9336" y="3799002"/>
            <a:ext cx="5602664" cy="309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7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Being responsible to protect your account and files.</a:t>
            </a:r>
          </a:p>
          <a:p>
            <a:r>
              <a:rPr lang="en-US" dirty="0" smtClean="0"/>
              <a:t>Honesty ; don’t claim other people’s work as your own.</a:t>
            </a:r>
          </a:p>
          <a:p>
            <a:r>
              <a:rPr lang="en-US" dirty="0" smtClean="0"/>
              <a:t>Respect; don’t access people’s files without their permission.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DE4D13-F6EB-409D-8CB3-463173F7700B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132" y="3930977"/>
            <a:ext cx="6683604" cy="277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945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             ATTITUDES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 willing to learn new technology</a:t>
            </a:r>
          </a:p>
          <a:p>
            <a:r>
              <a:rPr lang="en-US" dirty="0" smtClean="0"/>
              <a:t>Being confident and responsible while using cloud services.</a:t>
            </a:r>
          </a:p>
          <a:p>
            <a:r>
              <a:rPr lang="en-US" dirty="0" smtClean="0"/>
              <a:t>Be careful about online security </a:t>
            </a:r>
          </a:p>
          <a:p>
            <a:r>
              <a:rPr lang="en-US" dirty="0" smtClean="0"/>
              <a:t>Be open to improving computer skills.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AF66D6-D14E-4F22-A2ED-2A2E4FE989DC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484" y="3998536"/>
            <a:ext cx="6394515" cy="285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99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conclusion;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Knowledge is what I know about cloud computing.</a:t>
            </a:r>
          </a:p>
          <a:p>
            <a:r>
              <a:rPr lang="en-US" dirty="0" smtClean="0"/>
              <a:t>Understanding is being able to know how it works.</a:t>
            </a:r>
          </a:p>
          <a:p>
            <a:r>
              <a:rPr lang="en-US" dirty="0" smtClean="0"/>
              <a:t>Skills are what I can actually do with cloud services.</a:t>
            </a:r>
          </a:p>
          <a:p>
            <a:r>
              <a:rPr lang="en-US" dirty="0" smtClean="0"/>
              <a:t>Values guide me to use those services responsibly.</a:t>
            </a:r>
          </a:p>
          <a:p>
            <a:r>
              <a:rPr lang="en-US" dirty="0" smtClean="0"/>
              <a:t>Attitudes determine how willing am I learn new technology.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16A2D-6C5F-401A-9B7F-34AC70204C1F}" type="datetime1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526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for listening to our presentation, any questions/comments. 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73E46-E4D5-443B-84E9-CBE932B463AD}" type="datetime1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COMPETENCY BASED LEARNING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36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325</Words>
  <Application>Microsoft Office PowerPoint</Application>
  <PresentationFormat>Widescreen</PresentationFormat>
  <Paragraphs>58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CLOUD COMPUTING</vt:lpstr>
      <vt:lpstr>               DEFINITION</vt:lpstr>
      <vt:lpstr>               KNOWLEDGE</vt:lpstr>
      <vt:lpstr>                 UNDERSTANDING </vt:lpstr>
      <vt:lpstr>             PRACTICAL SKILLS</vt:lpstr>
      <vt:lpstr>              VALUES</vt:lpstr>
      <vt:lpstr>               ATTITUDES</vt:lpstr>
      <vt:lpstr>In conclusion;</vt:lpstr>
      <vt:lpstr>Thank you for listening to our presentation, any questions/comments.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TREVOR</dc:creator>
  <cp:lastModifiedBy>TREVOR</cp:lastModifiedBy>
  <cp:revision>14</cp:revision>
  <dcterms:created xsi:type="dcterms:W3CDTF">2026-08-17T12:46:49Z</dcterms:created>
  <dcterms:modified xsi:type="dcterms:W3CDTF">2026-08-18T15:30:08Z</dcterms:modified>
</cp:coreProperties>
</file>