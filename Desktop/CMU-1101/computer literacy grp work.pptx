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83" autoAdjust="0"/>
  </p:normalViewPr>
  <p:slideViewPr>
    <p:cSldViewPr snapToGrid="0">
      <p:cViewPr varScale="1">
        <p:scale>
          <a:sx n="63" d="100"/>
          <a:sy n="63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FBF69-3B43-44E8-B2F3-4ACBD51874C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1D0FA-37F2-444F-8B61-9215DDDB6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11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5AC6-AF1C-4E4E-AF95-25178CBA108A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9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7964-13CE-4919-95E3-4B176D20474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7FE48-F619-4BC5-9EEC-D09719E15EBA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7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2C95-A7D8-4B00-B652-5277587BEFC7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9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21D0A-3F1F-4F1A-B0F5-388B04E7C8BE}" type="datetime1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2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A5E72-0812-419F-8BE8-87E2719C1F6C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5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8F8A-7679-48C4-A3BF-2A72CF45065F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89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A3896-9D40-4AF7-9F9E-CE6A4D275B6F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0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3A57-7FD7-46D3-9E2F-89A6497C6E10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4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597C-739D-4F47-8B9C-579A14DA1E7D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0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D83E-24B0-4C7A-822A-367D969D33B0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1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31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19423-798A-435A-B5DD-904D41B02EE8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COMPUTER LITERACY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D7AD3-7400-4ED3-8B0E-74E1FF3E9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Group 3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2A358-B4C6-447E-B772-5BA05D903C9C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788" y="3987538"/>
            <a:ext cx="5725212" cy="287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7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engineering is the systematic use of engineering principles and methods to design, develop, and maintain software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software engineer is the person</a:t>
            </a:r>
            <a:r>
              <a:rPr lang="en-US" dirty="0"/>
              <a:t> </a:t>
            </a:r>
            <a:r>
              <a:rPr lang="en-US" dirty="0" smtClean="0"/>
              <a:t>who creates and improves computer programs to solve problems.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4EA62-CB47-45E8-BF6F-DFA85ED85EBD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05" y="3566160"/>
            <a:ext cx="6281395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4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AREAS OF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Software design</a:t>
            </a:r>
            <a:r>
              <a:rPr lang="en-US" dirty="0" smtClean="0"/>
              <a:t>; this involves planning of the structure and operation of the software.</a:t>
            </a:r>
          </a:p>
          <a:p>
            <a:r>
              <a:rPr lang="en-US" b="1" u="sng" dirty="0" smtClean="0"/>
              <a:t>Programming</a:t>
            </a:r>
            <a:r>
              <a:rPr lang="en-US" dirty="0" smtClean="0"/>
              <a:t>; involves writing the code used to create software.</a:t>
            </a:r>
          </a:p>
          <a:p>
            <a:r>
              <a:rPr lang="en-US" b="1" u="sng" dirty="0" smtClean="0"/>
              <a:t>Software testing</a:t>
            </a:r>
            <a:r>
              <a:rPr lang="en-US" dirty="0" smtClean="0"/>
              <a:t>; involves checking whether the software works correctly and identifying bugs.</a:t>
            </a:r>
          </a:p>
          <a:p>
            <a:r>
              <a:rPr lang="en-US" b="1" u="sng" dirty="0" smtClean="0"/>
              <a:t>Documentation</a:t>
            </a:r>
            <a:r>
              <a:rPr lang="en-US" dirty="0" smtClean="0"/>
              <a:t>; involves providing information about how software is designed and used.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23E9-AAF7-485A-A59A-A28DFDBDC277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8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 OPPORTUNITIES FOR A SOFTWARE ENGINEER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dirty="0" smtClean="0"/>
              <a:t>developer.</a:t>
            </a:r>
            <a:endParaRPr lang="en-US" dirty="0" smtClean="0"/>
          </a:p>
          <a:p>
            <a:r>
              <a:rPr lang="en-US" dirty="0" smtClean="0"/>
              <a:t>Web </a:t>
            </a:r>
            <a:r>
              <a:rPr lang="en-US" dirty="0" smtClean="0"/>
              <a:t>developer.</a:t>
            </a:r>
            <a:endParaRPr lang="en-US" dirty="0" smtClean="0"/>
          </a:p>
          <a:p>
            <a:r>
              <a:rPr lang="en-US" dirty="0" smtClean="0"/>
              <a:t>Software project </a:t>
            </a:r>
            <a:r>
              <a:rPr lang="en-US" dirty="0" smtClean="0"/>
              <a:t>manager.</a:t>
            </a:r>
            <a:endParaRPr lang="en-US" dirty="0" smtClean="0"/>
          </a:p>
          <a:p>
            <a:r>
              <a:rPr lang="en-US" dirty="0" smtClean="0"/>
              <a:t>Systems developer.</a:t>
            </a:r>
          </a:p>
          <a:p>
            <a:r>
              <a:rPr lang="en-US" dirty="0" smtClean="0"/>
              <a:t>system </a:t>
            </a:r>
            <a:r>
              <a:rPr lang="en-US" dirty="0" smtClean="0"/>
              <a:t>analyst.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5A0EE-9EDB-40B3-821C-E960B9A61A2C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440" y="2550160"/>
            <a:ext cx="7020560" cy="430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9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Banking </a:t>
            </a:r>
            <a:r>
              <a:rPr lang="en-US" dirty="0" smtClean="0"/>
              <a:t>systems.</a:t>
            </a:r>
            <a:endParaRPr lang="en-US" dirty="0" smtClean="0"/>
          </a:p>
          <a:p>
            <a:r>
              <a:rPr lang="en-US" dirty="0" smtClean="0"/>
              <a:t>Mobile </a:t>
            </a:r>
            <a:r>
              <a:rPr lang="en-US" dirty="0" smtClean="0"/>
              <a:t>applications.</a:t>
            </a:r>
            <a:endParaRPr lang="en-US" dirty="0" smtClean="0"/>
          </a:p>
          <a:p>
            <a:r>
              <a:rPr lang="en-US" dirty="0" smtClean="0"/>
              <a:t>Websites.</a:t>
            </a:r>
            <a:endParaRPr lang="en-US" dirty="0" smtClean="0"/>
          </a:p>
          <a:p>
            <a:r>
              <a:rPr lang="en-US" dirty="0"/>
              <a:t>H</a:t>
            </a:r>
            <a:r>
              <a:rPr lang="en-US" dirty="0" smtClean="0"/>
              <a:t>ospital </a:t>
            </a:r>
            <a:r>
              <a:rPr lang="en-US" dirty="0" smtClean="0"/>
              <a:t>systems.</a:t>
            </a:r>
            <a:endParaRPr lang="en-US" dirty="0" smtClean="0"/>
          </a:p>
          <a:p>
            <a:r>
              <a:rPr lang="en-US" dirty="0" smtClean="0"/>
              <a:t>Gaming industries.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EA154-8B76-44DD-81E5-3CBCAB1293D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134" y="2083324"/>
            <a:ext cx="7572866" cy="477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8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conclusion, software engineering is an important career that uses programming skills to create and maintain software which is applied in different industries.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7964-13CE-4919-95E3-4B176D20474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9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Thank you for listening to our presentation; any queries / comments.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54EF7-0838-4615-802F-4814B6E1A550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COMPUTER LITERACY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1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204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 SOFTWARE ENGINEERING</vt:lpstr>
      <vt:lpstr>             DEFINITION</vt:lpstr>
      <vt:lpstr>MAIN AREAS OF SOFTWARE ENGINEERING</vt:lpstr>
      <vt:lpstr>CAREER OPPORTUNITIES FOR A SOFTWARE ENGINEER</vt:lpstr>
      <vt:lpstr>APPLICATIONS OF SOFTWARE ENGINEERING</vt:lpstr>
      <vt:lpstr>         CONCLUSION</vt:lpstr>
      <vt:lpstr>Thank you for listening to our presentation; any queries / comments.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TREVOR</dc:creator>
  <cp:lastModifiedBy>TREVOR</cp:lastModifiedBy>
  <cp:revision>17</cp:revision>
  <dcterms:created xsi:type="dcterms:W3CDTF">2026-08-19T02:58:51Z</dcterms:created>
  <dcterms:modified xsi:type="dcterms:W3CDTF">2026-08-19T09:17:41Z</dcterms:modified>
</cp:coreProperties>
</file>